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DF3"/>
                </a:solidFill>
                <a:latin typeface="Calibri"/>
              </a:rPr>
              <a:t>Illustrative pattern as the threshold moves (schematic, not live output)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Faults Caught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Loose</c:v>
                  </c:pt>
                  <c:pt idx="1">
                    <c:v>Suggested</c:v>
                  </c:pt>
                  <c:pt idx="2">
                    <c:v>Strict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98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Faults Missed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Loose</c:v>
                  </c:pt>
                  <c:pt idx="1">
                    <c:v>Suggested</c:v>
                  </c:pt>
                  <c:pt idx="2">
                    <c:v>Strict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False Alarms</c:v>
                </c:pt>
              </c:strCache>
            </c:strRef>
          </c:tx>
          <c:spPr>
            <a:solidFill>
              <a:srgbClr val="D299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Loose</c:v>
                  </c:pt>
                  <c:pt idx="1">
                    <c:v>Suggested</c:v>
                  </c:pt>
                  <c:pt idx="2">
                    <c:v>Strict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</c:v>
                </c:pt>
                <c:pt idx="1">
                  <c:v>8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8A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8A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8A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ROUND — ADDITIONAL CHALLENGE TASK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Card &amp; Threshold Tuner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alert-level trade-off visible and adjustable, on top of ClusterHealth AI's existing prediction engine.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6583680" cy="109728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429000"/>
            <a:ext cx="2765146" cy="109728"/>
          </a:xfrm>
          <a:prstGeom prst="roundRect">
            <a:avLst>
              <a:gd name="adj" fmla="val 50000"/>
            </a:avLst>
          </a:prstGeom>
          <a:solidFill>
            <a:srgbClr val="F2C744"/>
          </a:solidFill>
          <a:ln/>
        </p:spPr>
      </p:sp>
      <p:sp>
        <p:nvSpPr>
          <p:cNvPr id="7" name="Shape 5"/>
          <p:cNvSpPr/>
          <p:nvPr/>
        </p:nvSpPr>
        <p:spPr>
          <a:xfrm>
            <a:off x="3286354" y="3364992"/>
            <a:ext cx="237744" cy="237744"/>
          </a:xfrm>
          <a:prstGeom prst="ellipse">
            <a:avLst/>
          </a:prstGeom>
          <a:solidFill>
            <a:srgbClr val="E6EDF3"/>
          </a:solidFill>
          <a:ln w="25400">
            <a:solidFill>
              <a:srgbClr val="F2C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393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 — adjustable, not fixed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17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NephroAI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461772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4617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ClusterHealth AI — Predictive &amp; Explainable GPU Cluster Mgmt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 w="12700">
            <a:solidFill>
              <a:srgbClr val="F2C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212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for Cluster Intelligence (Predictive Operations)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 Hackathon 2026 · Department of CSE, Daffodil International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level was fixed by the team — not the operator.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2A1416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762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too strict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GPU/CPU faults slip through unflagged — operators find out only after a device has already failed.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4206240"/>
            <a:ext cx="4434840" cy="109728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4206240"/>
            <a:ext cx="3769614" cy="109728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11" name="Shape 9"/>
          <p:cNvSpPr/>
          <p:nvPr/>
        </p:nvSpPr>
        <p:spPr>
          <a:xfrm>
            <a:off x="4610862" y="4142232"/>
            <a:ext cx="237744" cy="237744"/>
          </a:xfrm>
          <a:prstGeom prst="ellipse">
            <a:avLst/>
          </a:prstGeom>
          <a:solidFill>
            <a:srgbClr val="E6EDF3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4348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faults 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187452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2194560"/>
            <a:ext cx="502920" cy="502920"/>
          </a:xfrm>
          <a:prstGeom prst="ellipse">
            <a:avLst/>
          </a:prstGeom>
          <a:solidFill>
            <a:srgbClr val="2E2708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98080" y="21762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too loose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12280" y="292608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fills with false alarms — operators stop trusting alerts and start ignoring the ones that matter.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12280" y="4206240"/>
            <a:ext cx="4434840" cy="109728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4206240"/>
            <a:ext cx="665226" cy="109728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58634" y="4142232"/>
            <a:ext cx="237744" cy="237744"/>
          </a:xfrm>
          <a:prstGeom prst="ellipse">
            <a:avLst/>
          </a:prstGeom>
          <a:solidFill>
            <a:srgbClr val="E6EDF3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4348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could see this trade-off before choosing — different clusters need different balance points.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module, src/report_card.py — mounted on top of the existing engine, nothing else touched.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13432"/>
            <a:ext cx="640080" cy="640080"/>
          </a:xfrm>
          <a:prstGeom prst="ellipse">
            <a:avLst/>
          </a:prstGeom>
          <a:solidFill>
            <a:srgbClr val="17202B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216712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2130552"/>
            <a:ext cx="6446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table: Faults Caught, Faults Missed, False Alarms — counted against the dataset's own ground-truth labels.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02152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849624"/>
            <a:ext cx="640080" cy="640080"/>
          </a:xfrm>
          <a:prstGeom prst="ellipse">
            <a:avLst/>
          </a:prstGeom>
          <a:solidFill>
            <a:srgbClr val="17202B"/>
          </a:solidFill>
          <a:ln w="19050">
            <a:solidFill>
              <a:srgbClr val="F2C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496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C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74520" y="37033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666744"/>
            <a:ext cx="6446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slider (5%–95%) plus Low/Medium/High presets. Moving it recomputes all three counts together, instantly, on the same stored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38344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385816"/>
            <a:ext cx="640080" cy="640080"/>
          </a:xfrm>
          <a:prstGeom prst="ellipse">
            <a:avLst/>
          </a:prstGeom>
          <a:solidFill>
            <a:srgbClr val="17202B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3858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74520" y="523951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Level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5202936"/>
            <a:ext cx="6446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every threshold and recommends the one that best balances catching faults vs. false alarms — with a one-sentence, numbers-backed reason.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by design — new router, new file, zero edits to any existing model or endpoint.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7202B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Telemetry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(data/telemetry.csv)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21488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7202B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1488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BiGRU-Attention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(hybrid ensemble)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35240" y="214884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55280" y="21488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7202B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1488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090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pipeline — unchanged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scored once at startup (inference only — no training)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0F1A1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416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· report_card.py — cached in memory as { probabilities, ground_truth 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434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changes become one NumPy comparison against the cache — no re-inference per slider move.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21208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12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/reportcard/config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521208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5212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/reportcard?threshold=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521208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17202B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5212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/reportcard/suggested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a new “Report Card &amp; Threshold Tuner” panel below the Cost Optimizer banner — independent of the Live/Static toggle, always reads the stored run.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Behind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real stored dataset — the pattern below is schematic; exact counts populate live on your dashboard.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4767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26,100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windows scored once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labeled run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0" y="178308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94767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C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0" y="26517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injected faults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truth the tuner is graded against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94767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= 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589520" y="26517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weighted ~4× precision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fault costs more than a false alarm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" y="3520440"/>
          <a:ext cx="10881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Script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seconds, inside the existing dashboard pitch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7202B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Report Card panel — point at the two verified numbers: windows scored, known faults.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17202B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slider to a strict level (75%+) — Faults Caught drops, Faults Missed climbs live.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7202B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20040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a loose level (25%) — False Alarms spike instead. Trade-off is now visible, not theoretical.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17202B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97764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✨ Use Suggested — the tuner jumps to the recommended level and reads its one-sentence reason aloud.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749040" cy="1691640"/>
          </a:xfrm>
          <a:prstGeom prst="roundRect">
            <a:avLst>
              <a:gd name="adj" fmla="val 5405"/>
            </a:avLst>
          </a:prstGeom>
          <a:solidFill>
            <a:srgbClr val="121821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21488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failure signatures are clean, so probabilities saturate near 0/1 — several thresholds can tie on the suggestion score. Ties break deterministically: fewest false alarms, then closest to the sweep midpoint.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36118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121821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3749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01000" y="4069080"/>
            <a:ext cx="3291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Precision/recall curve next to the tuner
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Persist the operator's chosen threshold
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Calibrate the ensemble (Platt / isotonic) so the slider spreads out more realistically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clusterhealth-ai · src/report_card.py · docs/DESIGN_NOTE_report_card.md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2026-07-25T04:43:40Z</dcterms:created>
  <dcterms:modified xsi:type="dcterms:W3CDTF">2026-07-25T04:43:40Z</dcterms:modified>
</cp:coreProperties>
</file>